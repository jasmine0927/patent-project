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23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48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18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846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9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99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3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44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8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67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319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42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木桌上筆筒內的彩色鉛筆">
            <a:extLst>
              <a:ext uri="{FF2B5EF4-FFF2-40B4-BE49-F238E27FC236}">
                <a16:creationId xmlns:a16="http://schemas.microsoft.com/office/drawing/2014/main" id="{96EB7419-B975-CC82-85A7-7B3DEB3EF6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49" r="-1" b="-1"/>
          <a:stretch/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69994AC-DF3A-4FAF-F274-84AA88F65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124557" cy="3524250"/>
          </a:xfrm>
        </p:spPr>
        <p:txBody>
          <a:bodyPr>
            <a:normAutofit/>
          </a:bodyPr>
          <a:lstStyle/>
          <a:p>
            <a:r>
              <a:rPr lang="zh-TW" altLang="en-US" sz="5800" dirty="0"/>
              <a:t>九宮格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6A4ABCB-F18D-FD4E-E066-ACE62CB15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118" y="5374291"/>
            <a:ext cx="4057882" cy="972532"/>
          </a:xfrm>
        </p:spPr>
        <p:txBody>
          <a:bodyPr anchor="t">
            <a:normAutofit/>
          </a:bodyPr>
          <a:lstStyle/>
          <a:p>
            <a:r>
              <a:rPr lang="zh-TW" altLang="en-US" sz="2400" dirty="0"/>
              <a:t>傅怡萱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000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BDDB51-5A76-849B-25DD-511F5586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109728"/>
            <a:ext cx="3212254" cy="1097280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5~7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859D47-AF14-38C8-C15E-659264083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GPT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分析時，除了注意讓他分析出來的數值不要為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外，也要注意這些低相似度的資料相似度數值不要一樣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用這個方式跑完八個構面以後，請他再分析一次產生另一份相似度不要完全一樣的檔案，然後重新生成，得到三個數值不同的相似度檔案</a:t>
            </a:r>
          </a:p>
        </p:txBody>
      </p:sp>
    </p:spTree>
    <p:extLst>
      <p:ext uri="{BB962C8B-B14F-4D97-AF65-F5344CB8AC3E}">
        <p14:creationId xmlns:p14="http://schemas.microsoft.com/office/powerpoint/2010/main" val="2170725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D9CFAE-3217-5EFE-B915-7EB57E273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171" y="214009"/>
            <a:ext cx="2959155" cy="754549"/>
          </a:xfrm>
        </p:spPr>
        <p:txBody>
          <a:bodyPr/>
          <a:lstStyle/>
          <a:p>
            <a:r>
              <a:rPr lang="zh-TW" altLang="en-US" dirty="0"/>
              <a:t>九宮格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D71D04-58A7-FA2E-7CE3-33E0B6389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171" y="1286918"/>
            <a:ext cx="8927253" cy="68546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取第二次</a:t>
            </a:r>
            <a:r>
              <a:rPr lang="zh-TW" altLang="en-US" sz="28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、第四次</a:t>
            </a:r>
            <a:r>
              <a:rPr lang="en-US" altLang="zh-TW" sz="28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~</a:t>
            </a:r>
            <a:r>
              <a:rPr lang="zh-TW" altLang="en-US" sz="28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第七次的這五次正規化資料製作</a:t>
            </a:r>
            <a:endParaRPr lang="en-US" altLang="zh-TW" sz="2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853E083-F640-E599-BE40-3BE2DEE9E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69" y="2485292"/>
            <a:ext cx="11298305" cy="415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398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CA1AA0-B217-98F4-0D3A-4A3156712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12" y="239268"/>
            <a:ext cx="1823721" cy="838199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4EBD27-494F-D978-3FCF-CD39FB385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12" y="1651338"/>
            <a:ext cx="11121562" cy="213315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66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筆專利只有前三次在前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名，第四次跑到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以後了，所以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次那欄少了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，只有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FABCFA7-7221-B5C5-68C9-EED0A55D6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9" y="4054852"/>
            <a:ext cx="11825232" cy="213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7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DB3391-7677-B4C4-CDA4-98F76F38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85835"/>
            <a:ext cx="1747521" cy="745066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3A230C-1CC6-5592-7C31-416C233CB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324" y="1100285"/>
            <a:ext cx="11541464" cy="167606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次跟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次都有在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名內的資料數量相同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比較特別的是第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筆，這筆專利只有在第二次沒在前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內，其他四次都有在裡面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C19010F-6595-2FE3-7BCF-1F484D3A9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48" y="2678584"/>
            <a:ext cx="11151140" cy="417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63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DB3391-7677-B4C4-CDA4-98F76F38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85835"/>
            <a:ext cx="1747521" cy="745066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3A230C-1CC6-5592-7C31-416C233CB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324" y="1100285"/>
            <a:ext cx="11541464" cy="167606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次跟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次都有在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名內的資料數量相同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比較特別的是第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筆，這筆專利還是只有在第二次沒在前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內，其他四次都有在裡面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1CD67A7-6095-B114-C21E-A9D0CC3F1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98" y="2648675"/>
            <a:ext cx="10927404" cy="405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42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A6CFF5-6442-DE9A-4E72-AF61073D6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20134"/>
            <a:ext cx="10425854" cy="745066"/>
          </a:xfrm>
        </p:spPr>
        <p:txBody>
          <a:bodyPr/>
          <a:lstStyle/>
          <a:p>
            <a:r>
              <a:rPr lang="zh-TW" altLang="en-US" dirty="0"/>
              <a:t>補充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14179F-7FCF-C7DA-635A-28D83279F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80" y="1595458"/>
            <a:ext cx="10890928" cy="240080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因為在前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這個區間時，只有一筆資料在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次時跑到區間外了所以變成只有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筆在裡面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後面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30/50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名在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跟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次的數量都一樣，而且像前幾天做的結果一樣，剛好都是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的倍數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除了上面的這個情況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4615831-1B81-9024-9431-4812898CC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573" y="4465173"/>
            <a:ext cx="3284077" cy="159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4061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AnalogousFromRegularSeed_2SEEDS">
      <a:dk1>
        <a:srgbClr val="000000"/>
      </a:dk1>
      <a:lt1>
        <a:srgbClr val="FFFFFF"/>
      </a:lt1>
      <a:dk2>
        <a:srgbClr val="1B2F2E"/>
      </a:dk2>
      <a:lt2>
        <a:srgbClr val="F3F1F0"/>
      </a:lt2>
      <a:accent1>
        <a:srgbClr val="3B9EB1"/>
      </a:accent1>
      <a:accent2>
        <a:srgbClr val="46B196"/>
      </a:accent2>
      <a:accent3>
        <a:srgbClr val="4D7EC3"/>
      </a:accent3>
      <a:accent4>
        <a:srgbClr val="B13B3E"/>
      </a:accent4>
      <a:accent5>
        <a:srgbClr val="C37B4D"/>
      </a:accent5>
      <a:accent6>
        <a:srgbClr val="B19A3B"/>
      </a:accent6>
      <a:hlink>
        <a:srgbClr val="C05944"/>
      </a:hlink>
      <a:folHlink>
        <a:srgbClr val="7F7F7F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287</Words>
  <Application>Microsoft Office PowerPoint</Application>
  <PresentationFormat>寬螢幕</PresentationFormat>
  <Paragraphs>18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Microsoft JhengHei UI</vt:lpstr>
      <vt:lpstr>微軟正黑體</vt:lpstr>
      <vt:lpstr>Arial</vt:lpstr>
      <vt:lpstr>Grandview Display</vt:lpstr>
      <vt:lpstr>Wingdings</vt:lpstr>
      <vt:lpstr>DashVTI</vt:lpstr>
      <vt:lpstr>九宮格</vt:lpstr>
      <vt:lpstr>GPT第5~7次</vt:lpstr>
      <vt:lpstr>九宮格</vt:lpstr>
      <vt:lpstr>前10</vt:lpstr>
      <vt:lpstr>前30</vt:lpstr>
      <vt:lpstr>前50</vt:lpstr>
      <vt:lpstr>補充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怡萱 傅</dc:creator>
  <cp:lastModifiedBy>怡萱 傅</cp:lastModifiedBy>
  <cp:revision>7</cp:revision>
  <dcterms:created xsi:type="dcterms:W3CDTF">2024-06-24T03:04:59Z</dcterms:created>
  <dcterms:modified xsi:type="dcterms:W3CDTF">2024-06-24T03:27:58Z</dcterms:modified>
</cp:coreProperties>
</file>