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9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4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6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3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5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3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9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2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9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2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6/16/2024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93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64D7E-06DA-49C2-98D1-4C063EBE9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D1B7231-4CA0-4EF0-A0F6-BBC5D2289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16C7D2-2C2B-45A2-B877-AD7F29D21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3E4B7AF-75AF-445E-9C56-25B6004E3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9A02B0-84CC-4983-8CA2-DA39E73F2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AB12A9E-E8F5-4BB6-9FAC-B7528DB78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4E08A66-700A-4A93-8C53-51D5607B8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E4E565-75A8-4E72-8D5F-0B62E6B49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1FD7EC-834D-4087-9B69-7793E1A5B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4853CF-E211-4741-8BB6-936918F20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08328EE-5DD9-49DB-AD4B-4F0A76A0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04B81F-9DCC-4C62-8962-2B6C36255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41ED921-643C-4B5B-86E6-99E818479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AD09725-F1B5-4342-A3A6-25BDC7261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C5251DB-B92C-4E4E-9BAE-B3EB8A9A3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2389C50-96FA-4F8E-A890-EE4967379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497D116-7C85-4317-8284-E647BAFC3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D6ED932-F3DD-4BB6-8FC3-6E205965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850A286-F068-43D3-8DEA-272E28F30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F3A2DA1-C0E2-44DE-AAA4-D2F262CB3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D8CC984-8A5C-4205-9CE0-218DA79F1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12901BA-B376-4054-8C31-BE75DF480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72BA8E1-2C05-43A7-AABF-8D614E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3D58E52-4C85-48FF-ADA3-F8F66B995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C61787A-32B8-440E-B1A5-1CAEC9D1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9D651FB-65B3-4DBD-9428-084075111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34A6116-8F7B-4C9A-9B9D-EF25C8BFA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4CC776F-EA3D-4898-9730-88C6605FD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81A3030-F8B6-4D5E-8A8F-7CE0C81E9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49129F1-E775-4904-9569-F08FA175D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C93E5BB-B3BE-4416-A1B2-5A2CDA8B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3FD179A-45E8-4D8F-8F75-6E4A266F8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374E6CA3-FC5E-26FB-DBA2-701C5C868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4903438" cy="5415739"/>
          </a:xfrm>
        </p:spPr>
        <p:txBody>
          <a:bodyPr anchor="ctr"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構面比對結果</a:t>
            </a:r>
          </a:p>
        </p:txBody>
      </p:sp>
      <p:sp>
        <p:nvSpPr>
          <p:cNvPr id="63" name="Right Triangle 62">
            <a:extLst>
              <a:ext uri="{FF2B5EF4-FFF2-40B4-BE49-F238E27FC236}">
                <a16:creationId xmlns:a16="http://schemas.microsoft.com/office/drawing/2014/main" id="{729E7B49-E1D9-4EAE-8B30-D958A9580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31448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BA0570-7BB5-4FB7-B41A-048CE0327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316" y="-3109"/>
            <a:ext cx="6098262" cy="6861109"/>
          </a:xfrm>
          <a:custGeom>
            <a:avLst/>
            <a:gdLst>
              <a:gd name="connsiteX0" fmla="*/ 2247706 w 6098262"/>
              <a:gd name="connsiteY0" fmla="*/ 0 h 6861109"/>
              <a:gd name="connsiteX1" fmla="*/ 6098262 w 6098262"/>
              <a:gd name="connsiteY1" fmla="*/ 0 h 6861109"/>
              <a:gd name="connsiteX2" fmla="*/ 6098262 w 6098262"/>
              <a:gd name="connsiteY2" fmla="*/ 6861109 h 6861109"/>
              <a:gd name="connsiteX3" fmla="*/ 2247706 w 6098262"/>
              <a:gd name="connsiteY3" fmla="*/ 6861109 h 6861109"/>
              <a:gd name="connsiteX4" fmla="*/ 2247706 w 6098262"/>
              <a:gd name="connsiteY4" fmla="*/ 6857999 h 6861109"/>
              <a:gd name="connsiteX5" fmla="*/ 274850 w 6098262"/>
              <a:gd name="connsiteY5" fmla="*/ 6857999 h 6861109"/>
              <a:gd name="connsiteX6" fmla="*/ 954409 w 6098262"/>
              <a:gd name="connsiteY6" fmla="*/ 1 h 6861109"/>
              <a:gd name="connsiteX7" fmla="*/ 2247706 w 6098262"/>
              <a:gd name="connsiteY7" fmla="*/ 1 h 68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8262" h="6861109">
                <a:moveTo>
                  <a:pt x="2247706" y="0"/>
                </a:moveTo>
                <a:lnTo>
                  <a:pt x="6098262" y="0"/>
                </a:lnTo>
                <a:lnTo>
                  <a:pt x="6098262" y="6861109"/>
                </a:lnTo>
                <a:lnTo>
                  <a:pt x="2247706" y="6861109"/>
                </a:lnTo>
                <a:lnTo>
                  <a:pt x="2247706" y="6857999"/>
                </a:lnTo>
                <a:lnTo>
                  <a:pt x="274850" y="6857999"/>
                </a:lnTo>
                <a:cubicBezTo>
                  <a:pt x="-619306" y="3429000"/>
                  <a:pt x="954409" y="3429000"/>
                  <a:pt x="954409" y="1"/>
                </a:cubicBezTo>
                <a:lnTo>
                  <a:pt x="224770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" name="Picture 3" descr="木桌上筆筒內的彩色鉛筆">
            <a:extLst>
              <a:ext uri="{FF2B5EF4-FFF2-40B4-BE49-F238E27FC236}">
                <a16:creationId xmlns:a16="http://schemas.microsoft.com/office/drawing/2014/main" id="{1EA02309-8A28-D21B-49D0-7315CE5B21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l="40672"/>
          <a:stretch/>
        </p:blipFill>
        <p:spPr>
          <a:xfrm>
            <a:off x="6097316" y="-3108"/>
            <a:ext cx="6098262" cy="6861108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585D35E8-C378-2F46-CD21-449428AFC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981" y="4469856"/>
            <a:ext cx="3669711" cy="2415793"/>
          </a:xfrm>
        </p:spPr>
        <p:txBody>
          <a:bodyPr anchor="b">
            <a:normAutofit/>
          </a:bodyPr>
          <a:lstStyle/>
          <a:p>
            <a:pPr algn="r"/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傅怡萱</a:t>
            </a:r>
          </a:p>
        </p:txBody>
      </p:sp>
    </p:spTree>
    <p:extLst>
      <p:ext uri="{BB962C8B-B14F-4D97-AF65-F5344CB8AC3E}">
        <p14:creationId xmlns:p14="http://schemas.microsoft.com/office/powerpoint/2010/main" val="304607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0FF888-3661-CAE2-7778-29844991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21" y="196354"/>
            <a:ext cx="2856454" cy="1127014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正規化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EB802-0F2E-1131-4B16-0FC98BC8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0584" y="1459614"/>
            <a:ext cx="1391721" cy="538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800" dirty="0"/>
              <a:t>程式碼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2E1891-B021-5D83-DEEB-392D555E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55" y="1998150"/>
            <a:ext cx="11469090" cy="450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8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B1FD11-FF5C-DF6C-DAAC-4EDD5654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79" y="409384"/>
            <a:ext cx="4312721" cy="632016"/>
          </a:xfrm>
        </p:spPr>
        <p:txBody>
          <a:bodyPr>
            <a:normAutofit fontScale="90000"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正規化後的資料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2418652-34E9-EF42-4DEA-7EFDE5084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117" y="1246695"/>
            <a:ext cx="11301098" cy="5296676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EC6A076-F6FF-85C7-A96A-8B452E159534}"/>
              </a:ext>
            </a:extLst>
          </p:cNvPr>
          <p:cNvSpPr txBox="1"/>
          <p:nvPr/>
        </p:nvSpPr>
        <p:spPr>
          <a:xfrm>
            <a:off x="10490200" y="810567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30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FFF325-27C6-B1CA-89E7-57B76230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45" y="448575"/>
            <a:ext cx="3593054" cy="1009716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正規化後排名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B3DF35-B568-0712-8914-09483D7DE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345" y="4304870"/>
            <a:ext cx="2616325" cy="1346900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藍底為排名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白底為專利編號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810416-A405-A8F8-B56B-78DEFEA6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625" y="176617"/>
            <a:ext cx="1390476" cy="64666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70DABBC-9709-5526-21B3-94F5463C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688" y="224236"/>
            <a:ext cx="1371429" cy="64190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B5E5B11-3C2B-D308-2640-08C24F49A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96" y="214713"/>
            <a:ext cx="1380952" cy="642857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8FDA25F-8205-1BD5-F5B7-385BD9E2A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3190" y="1315659"/>
            <a:ext cx="1390476" cy="477142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23D7E24-C27A-23D3-6A34-071EFCA91279}"/>
              </a:ext>
            </a:extLst>
          </p:cNvPr>
          <p:cNvSpPr txBox="1"/>
          <p:nvPr/>
        </p:nvSpPr>
        <p:spPr>
          <a:xfrm>
            <a:off x="2245724" y="1851967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80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591F88-3240-2C40-D565-FDD5D61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79" y="304799"/>
            <a:ext cx="10325000" cy="8052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各構面相似度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9F563BC-0598-454B-C784-B621DDB4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79" y="1361779"/>
            <a:ext cx="2200000" cy="499047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2E2297D-9E2B-41AB-89D4-4589D9FE7CA0}"/>
              </a:ext>
            </a:extLst>
          </p:cNvPr>
          <p:cNvSpPr txBox="1"/>
          <p:nvPr/>
        </p:nvSpPr>
        <p:spPr>
          <a:xfrm>
            <a:off x="933856" y="63685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技術特徵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3B75BF0-2D17-3969-4FF2-A2D5E89F4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855" y="1337969"/>
            <a:ext cx="2180952" cy="500952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27D084-5481-17E7-1EFE-F8D176FEE173}"/>
              </a:ext>
            </a:extLst>
          </p:cNvPr>
          <p:cNvSpPr txBox="1"/>
          <p:nvPr/>
        </p:nvSpPr>
        <p:spPr>
          <a:xfrm>
            <a:off x="3578769" y="63685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B777A23-ED0B-D219-1B93-A19B5D891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195" y="1347493"/>
            <a:ext cx="2076190" cy="50000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460151-B123-992E-9D35-0FA12461894D}"/>
              </a:ext>
            </a:extLst>
          </p:cNvPr>
          <p:cNvSpPr txBox="1"/>
          <p:nvPr/>
        </p:nvSpPr>
        <p:spPr>
          <a:xfrm>
            <a:off x="5815120" y="6396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獨立與從屬權利要求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D8B5D08-1E69-E4E5-F2C9-409A75EC4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038" y="1361779"/>
            <a:ext cx="2095238" cy="503809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A81E7FA1-E2ED-2A7B-C0B3-E13D60C15C47}"/>
              </a:ext>
            </a:extLst>
          </p:cNvPr>
          <p:cNvSpPr txBox="1"/>
          <p:nvPr/>
        </p:nvSpPr>
        <p:spPr>
          <a:xfrm>
            <a:off x="9129009" y="638352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技術問題與解決方案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9982172-48CF-AF2D-B1FC-D9F9B250EC98}"/>
              </a:ext>
            </a:extLst>
          </p:cNvPr>
          <p:cNvSpPr txBox="1"/>
          <p:nvPr/>
        </p:nvSpPr>
        <p:spPr>
          <a:xfrm>
            <a:off x="10079681" y="87107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1269823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591F88-3240-2C40-D565-FDD5D61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79" y="304799"/>
            <a:ext cx="10325000" cy="8052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各構面相似度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E2297D-9E2B-41AB-89D4-4589D9FE7CA0}"/>
              </a:ext>
            </a:extLst>
          </p:cNvPr>
          <p:cNvSpPr txBox="1"/>
          <p:nvPr/>
        </p:nvSpPr>
        <p:spPr>
          <a:xfrm>
            <a:off x="613170" y="636406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摘要和背景資訊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27D084-5481-17E7-1EFE-F8D176FEE173}"/>
              </a:ext>
            </a:extLst>
          </p:cNvPr>
          <p:cNvSpPr txBox="1"/>
          <p:nvPr/>
        </p:nvSpPr>
        <p:spPr>
          <a:xfrm>
            <a:off x="3387477" y="632236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結構和功能元素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460151-B123-992E-9D35-0FA12461894D}"/>
              </a:ext>
            </a:extLst>
          </p:cNvPr>
          <p:cNvSpPr txBox="1"/>
          <p:nvPr/>
        </p:nvSpPr>
        <p:spPr>
          <a:xfrm>
            <a:off x="6429594" y="63640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描述和附圖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81E7FA1-E2ED-2A7B-C0B3-E13D60C15C47}"/>
              </a:ext>
            </a:extLst>
          </p:cNvPr>
          <p:cNvSpPr txBox="1"/>
          <p:nvPr/>
        </p:nvSpPr>
        <p:spPr>
          <a:xfrm>
            <a:off x="9614050" y="6364067"/>
            <a:ext cx="21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分類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0F433A-152B-7E4A-E161-643101D5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70" y="1248445"/>
            <a:ext cx="2057143" cy="500952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C418EEB-8C3E-7CE0-22A9-A2C1A580D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935" y="1304861"/>
            <a:ext cx="2095238" cy="500952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3EDDB03-B0B3-41B3-97E0-7ED09ADB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96" y="1266766"/>
            <a:ext cx="2057143" cy="504761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B92656E-7748-4B5C-DBA1-3557EDA75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687" y="1295338"/>
            <a:ext cx="2057143" cy="50000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7866F1F-985A-6E50-5E50-D9774C47C6B1}"/>
              </a:ext>
            </a:extLst>
          </p:cNvPr>
          <p:cNvSpPr txBox="1"/>
          <p:nvPr/>
        </p:nvSpPr>
        <p:spPr>
          <a:xfrm>
            <a:off x="10059502" y="83367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60635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65BAE-4D67-25B3-F398-973F912B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27" y="90226"/>
            <a:ext cx="10101679" cy="8814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Spacy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整體構面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3248E4-2280-56BD-55FB-1D797EEF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180" y="976468"/>
            <a:ext cx="2295238" cy="503809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3EE7CF5-2FDA-9B39-E008-91A76F2F7CBA}"/>
              </a:ext>
            </a:extLst>
          </p:cNvPr>
          <p:cNvSpPr txBox="1"/>
          <p:nvPr/>
        </p:nvSpPr>
        <p:spPr>
          <a:xfrm>
            <a:off x="6864016" y="61222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F491DA4-CBE5-1B22-4964-9D1A9DB7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32" y="971707"/>
            <a:ext cx="2057143" cy="504761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D177BE6-9EC2-89C6-0A14-516C54076FF1}"/>
              </a:ext>
            </a:extLst>
          </p:cNvPr>
          <p:cNvSpPr txBox="1"/>
          <p:nvPr/>
        </p:nvSpPr>
        <p:spPr>
          <a:xfrm>
            <a:off x="2829017" y="612223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453276-6C6E-A7BB-B2AE-E3CF04EFA300}"/>
              </a:ext>
            </a:extLst>
          </p:cNvPr>
          <p:cNvSpPr txBox="1"/>
          <p:nvPr/>
        </p:nvSpPr>
        <p:spPr>
          <a:xfrm>
            <a:off x="8590418" y="51004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3439540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591F88-3240-2C40-D565-FDD5D61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79" y="304799"/>
            <a:ext cx="10325000" cy="8052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各構面相似度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E2297D-9E2B-41AB-89D4-4589D9FE7CA0}"/>
              </a:ext>
            </a:extLst>
          </p:cNvPr>
          <p:cNvSpPr txBox="1"/>
          <p:nvPr/>
        </p:nvSpPr>
        <p:spPr>
          <a:xfrm>
            <a:off x="933856" y="63685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技術特徵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27D084-5481-17E7-1EFE-F8D176FEE173}"/>
              </a:ext>
            </a:extLst>
          </p:cNvPr>
          <p:cNvSpPr txBox="1"/>
          <p:nvPr/>
        </p:nvSpPr>
        <p:spPr>
          <a:xfrm>
            <a:off x="3578769" y="63685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460151-B123-992E-9D35-0FA12461894D}"/>
              </a:ext>
            </a:extLst>
          </p:cNvPr>
          <p:cNvSpPr txBox="1"/>
          <p:nvPr/>
        </p:nvSpPr>
        <p:spPr>
          <a:xfrm>
            <a:off x="5815120" y="6396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獨立與從屬權利要求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81E7FA1-E2ED-2A7B-C0B3-E13D60C15C47}"/>
              </a:ext>
            </a:extLst>
          </p:cNvPr>
          <p:cNvSpPr txBox="1"/>
          <p:nvPr/>
        </p:nvSpPr>
        <p:spPr>
          <a:xfrm>
            <a:off x="9129009" y="638352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技術問題與解決方案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6A784F-0083-2843-6BB0-53CC9478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66" y="1257969"/>
            <a:ext cx="2076190" cy="499047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50934B-C7EB-BAE9-87B5-93F52D6A7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905" y="1220260"/>
            <a:ext cx="2076190" cy="503809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E0FD0EB-19BC-11D6-5C65-11AA300C4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0350"/>
            <a:ext cx="2085714" cy="503809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293FA477-8003-8BD6-BC1D-8A15AAE8D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295" y="1257969"/>
            <a:ext cx="2057143" cy="500952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6C27849-918F-3956-C2CC-C405362E4F23}"/>
              </a:ext>
            </a:extLst>
          </p:cNvPr>
          <p:cNvSpPr txBox="1"/>
          <p:nvPr/>
        </p:nvSpPr>
        <p:spPr>
          <a:xfrm>
            <a:off x="10052339" y="79630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3490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591F88-3240-2C40-D565-FDD5D61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79" y="304799"/>
            <a:ext cx="10325000" cy="8052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各構面相似度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E2297D-9E2B-41AB-89D4-4589D9FE7CA0}"/>
              </a:ext>
            </a:extLst>
          </p:cNvPr>
          <p:cNvSpPr txBox="1"/>
          <p:nvPr/>
        </p:nvSpPr>
        <p:spPr>
          <a:xfrm>
            <a:off x="613170" y="636406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摘要和背景資訊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27D084-5481-17E7-1EFE-F8D176FEE173}"/>
              </a:ext>
            </a:extLst>
          </p:cNvPr>
          <p:cNvSpPr txBox="1"/>
          <p:nvPr/>
        </p:nvSpPr>
        <p:spPr>
          <a:xfrm>
            <a:off x="3387477" y="632236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結構和功能元素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460151-B123-992E-9D35-0FA12461894D}"/>
              </a:ext>
            </a:extLst>
          </p:cNvPr>
          <p:cNvSpPr txBox="1"/>
          <p:nvPr/>
        </p:nvSpPr>
        <p:spPr>
          <a:xfrm>
            <a:off x="6429594" y="63640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描述和附圖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81E7FA1-E2ED-2A7B-C0B3-E13D60C15C47}"/>
              </a:ext>
            </a:extLst>
          </p:cNvPr>
          <p:cNvSpPr txBox="1"/>
          <p:nvPr/>
        </p:nvSpPr>
        <p:spPr>
          <a:xfrm>
            <a:off x="9614050" y="6364067"/>
            <a:ext cx="21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分類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2603DB-C2BF-A72F-D349-26A67170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79" y="1211462"/>
            <a:ext cx="2085714" cy="500952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51F9FCA-08F4-76CF-D994-60E38215D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404" y="1192415"/>
            <a:ext cx="2057143" cy="502857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42B571-EAA2-05F8-B9F6-E7F84E7FF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73" y="1211462"/>
            <a:ext cx="2076190" cy="500952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9FDA421-FBFB-F488-5D49-66C8F768E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495" y="1201939"/>
            <a:ext cx="2057143" cy="499047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D9B3789-AF87-79A9-8523-7CEB13C864CA}"/>
              </a:ext>
            </a:extLst>
          </p:cNvPr>
          <p:cNvSpPr txBox="1"/>
          <p:nvPr/>
        </p:nvSpPr>
        <p:spPr>
          <a:xfrm>
            <a:off x="10160675" y="69910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266641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65BAE-4D67-25B3-F398-973F912B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27" y="90226"/>
            <a:ext cx="10101679" cy="881481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fasttext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整體構面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3EE7CF5-2FDA-9B39-E008-91A76F2F7CBA}"/>
              </a:ext>
            </a:extLst>
          </p:cNvPr>
          <p:cNvSpPr txBox="1"/>
          <p:nvPr/>
        </p:nvSpPr>
        <p:spPr>
          <a:xfrm>
            <a:off x="6864016" y="61222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專利範圍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D177BE6-9EC2-89C6-0A14-516C54076FF1}"/>
              </a:ext>
            </a:extLst>
          </p:cNvPr>
          <p:cNvSpPr txBox="1"/>
          <p:nvPr/>
        </p:nvSpPr>
        <p:spPr>
          <a:xfrm>
            <a:off x="2829017" y="612223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0DFCAB3-6965-7F7F-F920-B320C5E07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807" y="1032683"/>
            <a:ext cx="2076190" cy="502857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8BBECFC-9039-6C07-67EB-2DCCF160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269" y="1027921"/>
            <a:ext cx="2085714" cy="50380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EB97878-81E0-57A9-95FD-BD2D6ACD24CD}"/>
              </a:ext>
            </a:extLst>
          </p:cNvPr>
          <p:cNvSpPr txBox="1"/>
          <p:nvPr/>
        </p:nvSpPr>
        <p:spPr>
          <a:xfrm>
            <a:off x="9241481" y="66787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未經過正規化</a:t>
            </a:r>
          </a:p>
        </p:txBody>
      </p:sp>
    </p:spTree>
    <p:extLst>
      <p:ext uri="{BB962C8B-B14F-4D97-AF65-F5344CB8AC3E}">
        <p14:creationId xmlns:p14="http://schemas.microsoft.com/office/powerpoint/2010/main" val="2821421045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154</Words>
  <Application>Microsoft Office PowerPoint</Application>
  <PresentationFormat>寬螢幕</PresentationFormat>
  <Paragraphs>42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微軟正黑體</vt:lpstr>
      <vt:lpstr>Arial</vt:lpstr>
      <vt:lpstr>Grandview</vt:lpstr>
      <vt:lpstr>Wingdings</vt:lpstr>
      <vt:lpstr>CosineVTI</vt:lpstr>
      <vt:lpstr>構面比對結果</vt:lpstr>
      <vt:lpstr>正規化</vt:lpstr>
      <vt:lpstr>正規化後的資料</vt:lpstr>
      <vt:lpstr>正規化後排名</vt:lpstr>
      <vt:lpstr>Spacy各構面相似度</vt:lpstr>
      <vt:lpstr>Spacy各構面相似度</vt:lpstr>
      <vt:lpstr>Spacy整體構面VS專利範圍</vt:lpstr>
      <vt:lpstr>fasttext各構面相似度</vt:lpstr>
      <vt:lpstr>fasttext各構面相似度</vt:lpstr>
      <vt:lpstr>fasttext整體構面VS專利範圍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怡萱 傅</dc:creator>
  <cp:lastModifiedBy>怡萱 傅</cp:lastModifiedBy>
  <cp:revision>20</cp:revision>
  <dcterms:created xsi:type="dcterms:W3CDTF">2024-06-16T08:47:43Z</dcterms:created>
  <dcterms:modified xsi:type="dcterms:W3CDTF">2024-06-16T11:03:06Z</dcterms:modified>
</cp:coreProperties>
</file>